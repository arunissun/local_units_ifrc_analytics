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7" autoAdjust="0"/>
    <p:restoredTop sz="94660"/>
  </p:normalViewPr>
  <p:slideViewPr>
    <p:cSldViewPr snapToGrid="0">
      <p:cViewPr varScale="1">
        <p:scale>
          <a:sx n="143" d="100"/>
          <a:sy n="143" d="100"/>
        </p:scale>
        <p:origin x="120" y="3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D8E89-CAB4-E1B7-D3F5-03E7AD849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E081E1-5FF8-04DB-C63A-3FAA485EFB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DB4D24-CA09-A746-695E-7A5AD64E4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5CD76-084D-4ECE-83B7-558D303AABB6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970801-A092-3663-AE27-B88626736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7D5B83-3D7C-2789-46FF-DD2FF3528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A6D04-C6E5-4C84-A935-AE5CADFFE22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63026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CBAB1-37B5-E54E-D354-60239460C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1394C4-E36B-62FD-43EA-5003C65C48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F95103-A88E-2B00-98E5-93EFDEAEB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5CD76-084D-4ECE-83B7-558D303AABB6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E9CBFD-D7F4-317E-27DA-738104E84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5933DC-87B2-A912-5C33-2F4DCD904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A6D04-C6E5-4C84-A935-AE5CADFFE22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47753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43279-D556-6095-2671-5FB5291F6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DEE5A9-C0CE-AA07-AD79-03ABE91658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14525C-17A3-4B50-EB9A-5907C0227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5CD76-084D-4ECE-83B7-558D303AABB6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A88C8D-A069-5EDB-7F24-CCB4BF83E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F81BF6-F3B8-E4BF-0148-F630FD6EB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A6D04-C6E5-4C84-A935-AE5CADFFE22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2773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DBA86-6FA3-612F-81C7-383680CFA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2178F5-DA26-8073-FDC1-F0AC5C633B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660B30-06D2-15BD-1E95-B590BB0F45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7A5D96-76AE-4355-66F6-B331AACE2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5CD76-084D-4ECE-83B7-558D303AABB6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6F192B-FC89-CE09-7CA3-51131A4E0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22B6D0-B585-0CC2-E473-ABB24FE28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A6D04-C6E5-4C84-A935-AE5CADFFE22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47318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F5333-9E79-9331-C084-DA3869774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473D2F-1CFA-596B-89D8-1C45184D4B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F60C66-E203-7DD8-357B-453890011A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E8C3AA-5838-1B4B-5FE3-780A27A141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5AF5F6-FDAF-0DD2-E740-CCE5A7DF3C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5EFADE-B3C5-A2E5-CCBA-EFA71A62E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5CD76-084D-4ECE-83B7-558D303AABB6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3AD4EA-E0B6-6B6F-5E6A-E2237FBE1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B13A6C-0254-1479-6AFB-E8C7BEB5E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A6D04-C6E5-4C84-A935-AE5CADFFE22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35597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8642D-5EEA-2379-F06B-C0A017DC3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8A2422-0341-12FA-E8CA-C3C2FAAAA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5CD76-084D-4ECE-83B7-558D303AABB6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24338E-FE6D-E706-A72B-50DAB8C4F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7225F9-F1CF-145E-AB61-DDDF11490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A6D04-C6E5-4C84-A935-AE5CADFFE22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5284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F32F83-72A1-0B82-8181-130B77136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5CD76-084D-4ECE-83B7-558D303AABB6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1AFAC0-A055-613D-2CE3-4600E7081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FCBFF0-70A5-DCE0-E008-4DCDAF301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A6D04-C6E5-4C84-A935-AE5CADFFE22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18965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F57D3-58A2-BD43-935B-87D4F28FA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B6E888-605C-E959-572B-875C5A6611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0E92D8-35F1-6431-2F58-8342D90167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C6A37C-243D-1A46-85FA-B2C3B6E10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5CD76-084D-4ECE-83B7-558D303AABB6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0051F3-1E1D-3DF8-412B-A23087834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8B6625-A248-470F-1B85-AEDD44935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A6D04-C6E5-4C84-A935-AE5CADFFE22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1679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C05F5-E46B-9646-71A8-36D88DC8E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003430-2131-4679-2051-FDD566AC17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60E1C7-DE32-4521-962B-04AF24A338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6457A8-B09D-CAA4-4F12-F1AEBE3D5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5CD76-084D-4ECE-83B7-558D303AABB6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5729D8-0817-8E65-1B23-345930C97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E9CA8F-DF1F-8D00-74C3-A5A0CE8F9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A6D04-C6E5-4C84-A935-AE5CADFFE22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09901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3D0C8-3B9C-3CBA-6C4E-AB8A66AB2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43ACCA-C012-06DF-E01F-1C361D2FCD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E1C0F6-17B9-B9E7-2C8A-E15C6B223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5CD76-084D-4ECE-83B7-558D303AABB6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599F4E-9EFA-8925-5973-08E0729A8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F72B71-44AC-B68E-8375-0A4F12143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A6D04-C6E5-4C84-A935-AE5CADFFE22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90078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1B6184-57C2-CCEA-6CB5-5AB493CCEF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5F8C1A-7850-4787-741F-83AEE66111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15DC7D-94A5-89FC-EFF1-4A85238F9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5CD76-084D-4ECE-83B7-558D303AABB6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A87C88-84BB-506C-3B7D-7A27AAC2F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9B0AE4-B42F-B996-4FE9-FDBC54E29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A6D04-C6E5-4C84-A935-AE5CADFFE22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31284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A3D2A0-E1D6-5194-273E-B7547FFFE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841892-7FEC-FACF-953D-710F2941AE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8261C4-3BB2-09D2-8409-4BE8004B13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E5CD76-084D-4ECE-83B7-558D303AABB6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687246-7A5A-5A95-370C-9A98DE0A93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CDEFAC-36AC-C0D8-4E37-1091A2F8CF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5A6D04-C6E5-4C84-A935-AE5CADFFE227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BE1BBB-4FBB-BF6B-D2A1-8117175F1ACF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4508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9994658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C21BC-1B6D-CB43-670B-27478C7822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06C4F0-1528-A603-45FF-1DDE5AF851C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76296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EA455C11-4EA9-C04F-0CBB-AE563AE8A673}"/>
              </a:ext>
            </a:extLst>
          </p:cNvPr>
          <p:cNvGrpSpPr/>
          <p:nvPr/>
        </p:nvGrpSpPr>
        <p:grpSpPr>
          <a:xfrm>
            <a:off x="740442" y="1418436"/>
            <a:ext cx="10979631" cy="4795744"/>
            <a:chOff x="740442" y="1418436"/>
            <a:chExt cx="10979631" cy="4795744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B8C15C3C-EAFD-7613-CE15-0A62BD4A95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589" t="1037" r="1548" b="1647"/>
            <a:stretch>
              <a:fillRect/>
            </a:stretch>
          </p:blipFill>
          <p:spPr>
            <a:xfrm>
              <a:off x="740442" y="1418436"/>
              <a:ext cx="4680000" cy="4755055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51330F9-43C2-CBE9-C8D0-21CAF9B7B97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716" t="901" r="1369" b="1555"/>
            <a:stretch>
              <a:fillRect/>
            </a:stretch>
          </p:blipFill>
          <p:spPr>
            <a:xfrm>
              <a:off x="5684286" y="1458580"/>
              <a:ext cx="6035787" cy="47556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770719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33870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>IFRC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Arun Gandhi</dc:creator>
  <cp:lastModifiedBy>Arun Gandhi</cp:lastModifiedBy>
  <cp:revision>2</cp:revision>
  <dcterms:created xsi:type="dcterms:W3CDTF">2026-02-16T12:38:11Z</dcterms:created>
  <dcterms:modified xsi:type="dcterms:W3CDTF">2026-02-16T12:46:37Z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627b15a-80ec-4ef7-8353-f32e3c89bf3e_Enabled">
    <vt:lpwstr>true</vt:lpwstr>
  </property>
  <property fmtid="{D5CDD505-2E9C-101B-9397-08002B2CF9AE}" pid="3" name="MSIP_Label_6627b15a-80ec-4ef7-8353-f32e3c89bf3e_SetDate">
    <vt:lpwstr>2026-02-16T12:44:56Z</vt:lpwstr>
  </property>
  <property fmtid="{D5CDD505-2E9C-101B-9397-08002B2CF9AE}" pid="4" name="MSIP_Label_6627b15a-80ec-4ef7-8353-f32e3c89bf3e_Method">
    <vt:lpwstr>Privileged</vt:lpwstr>
  </property>
  <property fmtid="{D5CDD505-2E9C-101B-9397-08002B2CF9AE}" pid="5" name="MSIP_Label_6627b15a-80ec-4ef7-8353-f32e3c89bf3e_Name">
    <vt:lpwstr>IFRC Internal</vt:lpwstr>
  </property>
  <property fmtid="{D5CDD505-2E9C-101B-9397-08002B2CF9AE}" pid="6" name="MSIP_Label_6627b15a-80ec-4ef7-8353-f32e3c89bf3e_SiteId">
    <vt:lpwstr>a2b53be5-734e-4e6c-ab0d-d184f60fd917</vt:lpwstr>
  </property>
  <property fmtid="{D5CDD505-2E9C-101B-9397-08002B2CF9AE}" pid="7" name="MSIP_Label_6627b15a-80ec-4ef7-8353-f32e3c89bf3e_ActionId">
    <vt:lpwstr>1ff73fad-1ead-4803-831f-369748f624a6</vt:lpwstr>
  </property>
  <property fmtid="{D5CDD505-2E9C-101B-9397-08002B2CF9AE}" pid="8" name="MSIP_Label_6627b15a-80ec-4ef7-8353-f32e3c89bf3e_ContentBits">
    <vt:lpwstr>2</vt:lpwstr>
  </property>
  <property fmtid="{D5CDD505-2E9C-101B-9397-08002B2CF9AE}" pid="9" name="MSIP_Label_6627b15a-80ec-4ef7-8353-f32e3c89bf3e_Tag">
    <vt:lpwstr>10, 0, 1, 1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Internal</vt:lpwstr>
  </property>
</Properties>
</file>